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FA6B-354B-EC52-06E3-31CA997EF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1FCC0C-A2D1-5B14-CF9C-84350E6FF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A3F19-851C-232A-E4E1-A01A18CF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9AAE0-FB76-8427-A04A-D808F6FC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0861D-6A79-8ED6-9683-31CAFBBA4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9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212C7-7D40-BE96-A2DB-766C476A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AB5B9-A2E6-9284-FE15-197F60F54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7BD7B-F921-22BB-A74A-DE35109B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F909E-46B0-16D1-3BDC-E106F735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779D5-8171-6280-B395-0AE65F28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8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1416-788E-99D1-4BA1-9DEE14AF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6CB13-3103-785E-FDBB-5FD7DC9E4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2DD4-AF55-87E1-8DBD-1D2ED825B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40BA4-DA9A-DD22-BFDB-49665D9C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1ABE-4686-489C-6B1E-03C78F06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04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374D-6B02-6693-7F95-F377823B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12888-AD9B-DB35-925D-BBD408827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ED707-C380-A367-2EC7-8AE7BE934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D3A6F-FA9B-643B-E4BD-A9EABC2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CF727-11E3-4F93-23DE-3ACD01C51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A087E-BC20-9957-0EA1-3E9FE9A5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7077-8C02-1947-0F3E-9F2FA9436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D1293-DAFC-595B-6073-C2BA72033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F003A-6583-52D1-E250-9F681C2A6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20B48-9413-4737-1BFE-C252E1924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1DE87-B87D-A583-1250-ED4F90246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BC844-7997-702E-C98D-56DCCBAE8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8D473-7891-03DC-CE70-EBE499A5F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8B392-8FE0-6D29-9EBF-6E255436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25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882E-4B04-6CF4-99C5-1A8A81FB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DCBC3-806C-562C-2140-EEFDC3E2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8D4BD-BF14-4ED3-B313-A18DE651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46B53-13D5-6679-40C8-6BC8DA32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3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E0FF69-FBA5-8637-B969-FAEF4BA5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85A49-7DBC-E49E-443E-DE51AF99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79AD4-43A0-B69C-F05C-F716600F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8199-B0A4-125E-AF29-7876EFE5F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5EB4D-4182-C49B-3BE0-1D142C5E4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FA4E6-6C51-1D1E-6016-1A76B1EF4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2BF17-7AE2-F263-D102-389DE6E6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F9C08-6C37-75F1-5FF7-90A2501F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FAAB6-309F-4818-9874-2A2CF466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7864-0373-0847-B9FB-CFDD9EB66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6DD96-26C4-E7EC-8B12-4D03EF97F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2DA20-1235-8490-9725-FE3AF707C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886A9-BAB1-B036-E0ED-3958EBFDA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673A0-5FBC-B658-931A-36DFF4CB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19CAD-34DF-44B0-CC11-0644A168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22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B191-BAF7-175A-18D1-089DE4F44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3F0C2-3AEC-2E53-E553-D4F68289E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8F924-B604-A383-98B9-8D568F72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9621D-FBB5-45FB-EA98-701626D0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D95B3-A523-5BA0-2474-2D70A11D4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871169-E62D-1E82-AB52-BB533E73FB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F6A31-993C-1DE2-431B-040847627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E36DA-75EE-D4D7-8829-B92CE5E5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3F21C-5C32-B91D-5386-DF31B116E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419BF-7E52-7FA6-55E4-AEE9B7D2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6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A4DE02-AF1C-ADED-379D-FC8C38EF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17F1C-12B4-24E7-EDF2-DF1CC2359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48196-3C63-B9BD-6CA9-90FEBC6DD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BE16D-E565-B54F-BF1F-CE309E12598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89EB-2E42-D81E-A49D-202B6E201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B9F4B-2344-ABF2-8F35-17E7E366A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1BC51-2175-EF48-B6B7-7F751517A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5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9574FF-82BB-1EB2-D7D0-93DEFE4A0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43" y="848429"/>
            <a:ext cx="10206681" cy="570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14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C042-87FE-BF30-D95C-AFB513B5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8D70A4-86F3-9BF7-D414-E55F85331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333"/>
            <a:ext cx="12114224" cy="667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38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A851-ED81-E91E-D7EE-B67082113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F0302-A1E5-0F64-3BC6-A7CD73650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34317"/>
            <a:ext cx="12119893" cy="495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8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AE1E-B19E-56C1-D034-34737D1D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A58FDB-F450-EDA8-3E49-E8F590143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11427"/>
            <a:ext cx="12098761" cy="579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84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5C8F-BC89-0A37-3AE0-31EB5D4E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1110F4-ABA4-08C3-5395-EADC3DAEC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92519"/>
            <a:ext cx="12138151" cy="544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028A-57A9-5473-5799-9865FE95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79A7F3-9A48-8F5C-901F-BB267ADFB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872"/>
            <a:ext cx="12020164" cy="557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05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907A-E20E-90C0-1E3C-074D8DAA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A6B613-8456-CF44-3870-7A62F6030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54380"/>
            <a:ext cx="12055103" cy="548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9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24F43-66E7-1E10-4977-086B6AAE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16761-ECE6-3613-8A9C-7A4D3287C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032"/>
            <a:ext cx="12132962" cy="530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27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9246-DDE7-15FB-5900-27925012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F3F672-AD52-AC79-D8A5-E355FCDF7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23655"/>
            <a:ext cx="12149951" cy="579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27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EA27B-80F2-1DCE-C995-678D1AD3B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0FC4A-9B39-F037-D46D-EAC789D35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384" y="0"/>
            <a:ext cx="6767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92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8C68-FE92-6548-A691-601ACE2F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A27D7-F4FF-46F2-4502-291E27D70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4" y="0"/>
            <a:ext cx="10910835" cy="670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47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F14B2-4D2E-9F34-A2C9-DCD6381F4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EA3BA-7E7A-6E4E-7B77-D67566B74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161" y="0"/>
            <a:ext cx="55576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80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DD3B-51A0-B78B-82E2-F6366FAA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DF5558-5B09-DFA0-1824-9375448E5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38"/>
            <a:ext cx="12038794" cy="58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13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CF09-53E9-E615-483A-24D6DE2A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C8B6B-7DCB-C32F-5843-72DE43EA8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69992"/>
            <a:ext cx="12116331" cy="568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7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1B2F3-217A-27DA-4806-4E751C2D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48FDC-D0F1-D47A-4A04-38B275272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88" y="0"/>
            <a:ext cx="7037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8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0</Words>
  <Application>Microsoft Macintosh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 Ahlstrom</dc:creator>
  <cp:lastModifiedBy>Marv Ahlstrom</cp:lastModifiedBy>
  <cp:revision>1</cp:revision>
  <dcterms:created xsi:type="dcterms:W3CDTF">2026-01-09T19:31:05Z</dcterms:created>
  <dcterms:modified xsi:type="dcterms:W3CDTF">2026-01-10T00:50:02Z</dcterms:modified>
</cp:coreProperties>
</file>